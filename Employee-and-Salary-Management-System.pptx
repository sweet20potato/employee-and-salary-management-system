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7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A93389-3BE0-4F6D-97A2-3E7B98FFBEE7}" v="5" dt="2026-06-07T10:59:00.5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456" y="1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975A8AF-FE22-B2FB-87FD-B7DE8BF5CB91}"/>
              </a:ext>
            </a:extLst>
          </p:cNvPr>
          <p:cNvSpPr/>
          <p:nvPr/>
        </p:nvSpPr>
        <p:spPr>
          <a:xfrm>
            <a:off x="0" y="0"/>
            <a:ext cx="16256000" cy="913271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DA460EB-CD70-2BAB-6B87-A296F762F1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4" t="4444" r="6511" b="6680"/>
          <a:stretch>
            <a:fillRect/>
          </a:stretch>
        </p:blipFill>
        <p:spPr>
          <a:xfrm>
            <a:off x="9512800" y="6553200"/>
            <a:ext cx="1587000" cy="158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A453B4E-3B21-33A7-39C2-1AC9CD7B9520}"/>
              </a:ext>
            </a:extLst>
          </p:cNvPr>
          <p:cNvSpPr/>
          <p:nvPr/>
        </p:nvSpPr>
        <p:spPr>
          <a:xfrm>
            <a:off x="0" y="11288"/>
            <a:ext cx="16256000" cy="913271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12F8B19-989F-1AE8-3DA7-0BCAA541112D}"/>
              </a:ext>
            </a:extLst>
          </p:cNvPr>
          <p:cNvSpPr/>
          <p:nvPr/>
        </p:nvSpPr>
        <p:spPr>
          <a:xfrm>
            <a:off x="0" y="11288"/>
            <a:ext cx="16256000" cy="913271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8E6EC88-04ED-CABC-F706-2C32F3A41C95}"/>
              </a:ext>
            </a:extLst>
          </p:cNvPr>
          <p:cNvSpPr/>
          <p:nvPr/>
        </p:nvSpPr>
        <p:spPr>
          <a:xfrm>
            <a:off x="0" y="11288"/>
            <a:ext cx="16256000" cy="913271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D9971F0-B281-6894-E559-AADD812B0AA6}"/>
              </a:ext>
            </a:extLst>
          </p:cNvPr>
          <p:cNvSpPr/>
          <p:nvPr/>
        </p:nvSpPr>
        <p:spPr>
          <a:xfrm>
            <a:off x="0" y="11288"/>
            <a:ext cx="16256000" cy="913271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843DCEF-826D-69FC-F057-162F37B255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861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1916777-5776-B4BF-5848-5CF24ACC93EE}"/>
              </a:ext>
            </a:extLst>
          </p:cNvPr>
          <p:cNvSpPr/>
          <p:nvPr/>
        </p:nvSpPr>
        <p:spPr>
          <a:xfrm>
            <a:off x="0" y="11288"/>
            <a:ext cx="16256000" cy="913271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713674E-E188-3AFA-4355-1A568E7E0934}"/>
              </a:ext>
            </a:extLst>
          </p:cNvPr>
          <p:cNvSpPr/>
          <p:nvPr/>
        </p:nvSpPr>
        <p:spPr>
          <a:xfrm>
            <a:off x="0" y="11288"/>
            <a:ext cx="16256000" cy="913271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A3A1778-1AD7-239F-5D15-2017371270D9}"/>
              </a:ext>
            </a:extLst>
          </p:cNvPr>
          <p:cNvSpPr/>
          <p:nvPr/>
        </p:nvSpPr>
        <p:spPr>
          <a:xfrm>
            <a:off x="0" y="11288"/>
            <a:ext cx="16256000" cy="913271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DE77143-ACE5-EF15-B41D-150ED7CACD9C}"/>
              </a:ext>
            </a:extLst>
          </p:cNvPr>
          <p:cNvSpPr/>
          <p:nvPr/>
        </p:nvSpPr>
        <p:spPr>
          <a:xfrm>
            <a:off x="0" y="11288"/>
            <a:ext cx="16256000" cy="913271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30A8D3F-AD14-922C-4A38-78C2F60745EE}"/>
              </a:ext>
            </a:extLst>
          </p:cNvPr>
          <p:cNvSpPr/>
          <p:nvPr/>
        </p:nvSpPr>
        <p:spPr>
          <a:xfrm>
            <a:off x="0" y="11288"/>
            <a:ext cx="16256000" cy="913271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009AFC1-4785-983A-5F95-90DD582B11BB}"/>
              </a:ext>
            </a:extLst>
          </p:cNvPr>
          <p:cNvSpPr/>
          <p:nvPr/>
        </p:nvSpPr>
        <p:spPr>
          <a:xfrm>
            <a:off x="0" y="11288"/>
            <a:ext cx="16256000" cy="913271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26C46AE-FAFF-A387-538F-2522BEF2AD22}"/>
              </a:ext>
            </a:extLst>
          </p:cNvPr>
          <p:cNvSpPr/>
          <p:nvPr/>
        </p:nvSpPr>
        <p:spPr>
          <a:xfrm>
            <a:off x="0" y="11288"/>
            <a:ext cx="16256000" cy="913271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171032D-8F1C-AB90-E26C-3F5C4F4ED9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43434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298a577-ad40-466c-8bd4-6ce8a2becf2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69A4B18D54634BB690AA37E14A229B" ma:contentTypeVersion="10" ma:contentTypeDescription="Create a new document." ma:contentTypeScope="" ma:versionID="bddab614452875db3b5d0d6777ce0515">
  <xsd:schema xmlns:xsd="http://www.w3.org/2001/XMLSchema" xmlns:xs="http://www.w3.org/2001/XMLSchema" xmlns:p="http://schemas.microsoft.com/office/2006/metadata/properties" xmlns:ns3="f298a577-ad40-466c-8bd4-6ce8a2becf2e" targetNamespace="http://schemas.microsoft.com/office/2006/metadata/properties" ma:root="true" ma:fieldsID="d95158bb1291556b6ea05c1090b2fc4d" ns3:_="">
    <xsd:import namespace="f298a577-ad40-466c-8bd4-6ce8a2becf2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ystem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98a577-ad40-466c-8bd4-6ce8a2becf2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3261B5-0B1F-45A5-B05E-9FFC4C9CBDFA}">
  <ds:schemaRefs>
    <ds:schemaRef ds:uri="f298a577-ad40-466c-8bd4-6ce8a2becf2e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  <ds:schemaRef ds:uri="http://www.w3.org/XML/1998/namespace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0102B26-65B9-4E44-B04D-C747251B4D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7DD4D8-7E99-4A10-A1B6-40F03CE14B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98a577-ad40-466c-8bd4-6ce8a2becf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自訂</PresentationFormat>
  <Paragraphs>0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邱詩云</dc:creator>
  <cp:lastModifiedBy>邱詩云</cp:lastModifiedBy>
  <cp:revision>4</cp:revision>
  <dcterms:created xsi:type="dcterms:W3CDTF">2006-08-16T00:00:00Z</dcterms:created>
  <dcterms:modified xsi:type="dcterms:W3CDTF">2026-06-07T10:59:00Z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fc31359-ecb0-4331-ac49-239bee8da37f_Enabled">
    <vt:lpwstr>true</vt:lpwstr>
  </property>
  <property fmtid="{D5CDD505-2E9C-101B-9397-08002B2CF9AE}" pid="3" name="MSIP_Label_dfc31359-ecb0-4331-ac49-239bee8da37f_SetDate">
    <vt:lpwstr>2026-06-07T10:07:34Z</vt:lpwstr>
  </property>
  <property fmtid="{D5CDD505-2E9C-101B-9397-08002B2CF9AE}" pid="4" name="MSIP_Label_dfc31359-ecb0-4331-ac49-239bee8da37f_Method">
    <vt:lpwstr>Standard</vt:lpwstr>
  </property>
  <property fmtid="{D5CDD505-2E9C-101B-9397-08002B2CF9AE}" pid="5" name="MSIP_Label_dfc31359-ecb0-4331-ac49-239bee8da37f_Name">
    <vt:lpwstr>defa4170-0d19-0005-0004-bc88714345d2</vt:lpwstr>
  </property>
  <property fmtid="{D5CDD505-2E9C-101B-9397-08002B2CF9AE}" pid="6" name="MSIP_Label_dfc31359-ecb0-4331-ac49-239bee8da37f_SiteId">
    <vt:lpwstr>9e0dd6b1-99a5-4858-ba44-ed1f82d4cf6a</vt:lpwstr>
  </property>
  <property fmtid="{D5CDD505-2E9C-101B-9397-08002B2CF9AE}" pid="7" name="MSIP_Label_dfc31359-ecb0-4331-ac49-239bee8da37f_ActionId">
    <vt:lpwstr>d97e9512-9a49-4ccb-9ab2-5e073a7c5d28</vt:lpwstr>
  </property>
  <property fmtid="{D5CDD505-2E9C-101B-9397-08002B2CF9AE}" pid="8" name="MSIP_Label_dfc31359-ecb0-4331-ac49-239bee8da37f_ContentBits">
    <vt:lpwstr>0</vt:lpwstr>
  </property>
  <property fmtid="{D5CDD505-2E9C-101B-9397-08002B2CF9AE}" pid="9" name="MSIP_Label_dfc31359-ecb0-4331-ac49-239bee8da37f_Tag">
    <vt:lpwstr>10, 3, 0, 1</vt:lpwstr>
  </property>
  <property fmtid="{D5CDD505-2E9C-101B-9397-08002B2CF9AE}" pid="10" name="ContentTypeId">
    <vt:lpwstr>0x0101008E69A4B18D54634BB690AA37E14A229B</vt:lpwstr>
  </property>
</Properties>
</file>