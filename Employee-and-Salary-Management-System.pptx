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37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975A8AF-FE22-B2FB-87FD-B7DE8BF5CB91}"/>
              </a:ext>
            </a:extLst>
          </p:cNvPr>
          <p:cNvSpPr/>
          <p:nvPr/>
        </p:nvSpPr>
        <p:spPr>
          <a:xfrm>
            <a:off x="0" y="0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5A453B4E-3B21-33A7-39C2-1AC9CD7B9520}"/>
              </a:ext>
            </a:extLst>
          </p:cNvPr>
          <p:cNvSpPr/>
          <p:nvPr/>
        </p:nvSpPr>
        <p:spPr>
          <a:xfrm>
            <a:off x="0" y="11288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12F8B19-989F-1AE8-3DA7-0BCAA541112D}"/>
              </a:ext>
            </a:extLst>
          </p:cNvPr>
          <p:cNvSpPr/>
          <p:nvPr/>
        </p:nvSpPr>
        <p:spPr>
          <a:xfrm>
            <a:off x="0" y="11288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8E6EC88-04ED-CABC-F706-2C32F3A41C95}"/>
              </a:ext>
            </a:extLst>
          </p:cNvPr>
          <p:cNvSpPr/>
          <p:nvPr/>
        </p:nvSpPr>
        <p:spPr>
          <a:xfrm>
            <a:off x="0" y="11288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D9971F0-B281-6894-E559-AADD812B0AA6}"/>
              </a:ext>
            </a:extLst>
          </p:cNvPr>
          <p:cNvSpPr/>
          <p:nvPr/>
        </p:nvSpPr>
        <p:spPr>
          <a:xfrm>
            <a:off x="0" y="11288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843DCEF-826D-69FC-F057-162F37B255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861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1916777-5776-B4BF-5848-5CF24ACC93EE}"/>
              </a:ext>
            </a:extLst>
          </p:cNvPr>
          <p:cNvSpPr/>
          <p:nvPr/>
        </p:nvSpPr>
        <p:spPr>
          <a:xfrm>
            <a:off x="0" y="11288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0713674E-E188-3AFA-4355-1A568E7E0934}"/>
              </a:ext>
            </a:extLst>
          </p:cNvPr>
          <p:cNvSpPr/>
          <p:nvPr/>
        </p:nvSpPr>
        <p:spPr>
          <a:xfrm>
            <a:off x="0" y="11288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4A3A1778-1AD7-239F-5D15-2017371270D9}"/>
              </a:ext>
            </a:extLst>
          </p:cNvPr>
          <p:cNvSpPr/>
          <p:nvPr/>
        </p:nvSpPr>
        <p:spPr>
          <a:xfrm>
            <a:off x="0" y="11288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0DE77143-ACE5-EF15-B41D-150ED7CACD9C}"/>
              </a:ext>
            </a:extLst>
          </p:cNvPr>
          <p:cNvSpPr/>
          <p:nvPr/>
        </p:nvSpPr>
        <p:spPr>
          <a:xfrm>
            <a:off x="0" y="11288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030A8D3F-AD14-922C-4A38-78C2F60745EE}"/>
              </a:ext>
            </a:extLst>
          </p:cNvPr>
          <p:cNvSpPr/>
          <p:nvPr/>
        </p:nvSpPr>
        <p:spPr>
          <a:xfrm>
            <a:off x="0" y="11288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8009AFC1-4785-983A-5F95-90DD582B11BB}"/>
              </a:ext>
            </a:extLst>
          </p:cNvPr>
          <p:cNvSpPr/>
          <p:nvPr/>
        </p:nvSpPr>
        <p:spPr>
          <a:xfrm>
            <a:off x="0" y="11288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426C46AE-FAFF-A387-538F-2522BEF2AD22}"/>
              </a:ext>
            </a:extLst>
          </p:cNvPr>
          <p:cNvSpPr/>
          <p:nvPr/>
        </p:nvSpPr>
        <p:spPr>
          <a:xfrm>
            <a:off x="0" y="11288"/>
            <a:ext cx="16256000" cy="91327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自訂</PresentationFormat>
  <Paragraphs>0</Paragraphs>
  <Slides>12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邱詩云</cp:lastModifiedBy>
  <cp:revision>2</cp:revision>
  <dcterms:created xsi:type="dcterms:W3CDTF">2006-08-16T00:00:00Z</dcterms:created>
  <dcterms:modified xsi:type="dcterms:W3CDTF">2026-06-07T10:07:34Z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fc31359-ecb0-4331-ac49-239bee8da37f_Enabled">
    <vt:lpwstr>true</vt:lpwstr>
  </property>
  <property fmtid="{D5CDD505-2E9C-101B-9397-08002B2CF9AE}" pid="3" name="MSIP_Label_dfc31359-ecb0-4331-ac49-239bee8da37f_SetDate">
    <vt:lpwstr>2026-06-07T10:07:34Z</vt:lpwstr>
  </property>
  <property fmtid="{D5CDD505-2E9C-101B-9397-08002B2CF9AE}" pid="4" name="MSIP_Label_dfc31359-ecb0-4331-ac49-239bee8da37f_Method">
    <vt:lpwstr>Standard</vt:lpwstr>
  </property>
  <property fmtid="{D5CDD505-2E9C-101B-9397-08002B2CF9AE}" pid="5" name="MSIP_Label_dfc31359-ecb0-4331-ac49-239bee8da37f_Name">
    <vt:lpwstr>defa4170-0d19-0005-0004-bc88714345d2</vt:lpwstr>
  </property>
  <property fmtid="{D5CDD505-2E9C-101B-9397-08002B2CF9AE}" pid="6" name="MSIP_Label_dfc31359-ecb0-4331-ac49-239bee8da37f_SiteId">
    <vt:lpwstr>9e0dd6b1-99a5-4858-ba44-ed1f82d4cf6a</vt:lpwstr>
  </property>
  <property fmtid="{D5CDD505-2E9C-101B-9397-08002B2CF9AE}" pid="7" name="MSIP_Label_dfc31359-ecb0-4331-ac49-239bee8da37f_ActionId">
    <vt:lpwstr>d97e9512-9a49-4ccb-9ab2-5e073a7c5d28</vt:lpwstr>
  </property>
  <property fmtid="{D5CDD505-2E9C-101B-9397-08002B2CF9AE}" pid="8" name="MSIP_Label_dfc31359-ecb0-4331-ac49-239bee8da37f_ContentBits">
    <vt:lpwstr>0</vt:lpwstr>
  </property>
  <property fmtid="{D5CDD505-2E9C-101B-9397-08002B2CF9AE}" pid="9" name="MSIP_Label_dfc31359-ecb0-4331-ac49-239bee8da37f_Tag">
    <vt:lpwstr>10, 3, 0, 1</vt:lpwstr>
  </property>
</Properties>
</file>